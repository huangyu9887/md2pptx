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Shape 9"/>
          <p:cNvSpPr/>
          <p:nvPr/>
        </p:nvSpPr>
        <p:spPr>
          <a:xfrm>
            <a:off x="882396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50292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00584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50876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01168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1097280"/>
            <a:ext cx="68580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254000" dist="50800" dir="8100000">
              <a:srgbClr val="00D4A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12801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Camera Technology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777240" y="2697480"/>
            <a:ext cx="4572000" cy="18288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7889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training guide for product &amp; marketing teams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Camera Fundamentals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828800" cy="54864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Camera Module?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optical system packed into millimeters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sensor, lens, autofocus, OIS, and IR filter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stacked layers from lens to circuit 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48256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capability but also Z-height cost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Five-Layer Stack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assembly — focuses light onto the sensor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IRCF (IR cut filter) — blocks infrared light for accurate color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sensor — converts photons into electrical signals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48256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VCM actuator — drives autofocus movement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090672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90672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3090672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PCB — carries data and power to the main 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 Specs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size: larger pixels capture more light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format: bigger sensor = better low-light but more space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megapixels matter less than pixel quality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48256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vs stacked architecture trade-offs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Autofocus Technologies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960120"/>
            <a:ext cx="8229600" cy="3657600"/>
          </a:xfrm>
          <a:prstGeom prst="rect">
            <a:avLst/>
          </a:prstGeom>
          <a:solidFill>
            <a:srgbClr val="010409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77800" dist="50800" dir="8100000">
              <a:srgbClr val="00D4AA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1024128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1024128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" y="1024128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298448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  Speed    Cost   Thickness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PDAF         Fast     Low    Thin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Laser ToF    Medium   High   Moderate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DW-PDAF      Fastest  High   Thin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Physical Constraints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828800" cy="54864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Z-Height Problem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millimeter of thickness is a design battle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mechanism alone adds ~0.3 mm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sensors require longer focal length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48256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Periscope design folds the optics sideways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vs Thinness Trade-off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requires mechanical float — uses space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OIS, night shots blur from hand movement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Sensor-shift OIS moves sensor, not lens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48256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depends on target use case and price tier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Periscope Architecture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bends light 90° inside the module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5–10× optical zoom in a thin body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footprint trades off against Z savings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48256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phones only — high cost and complexity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0EA5E9">
              <a:alpha val="6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19202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Multi-Camera Systems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828800" cy="54864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Multiple Cameras?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lens can't do wide + zoom + portrait simultaneously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focal length needs its own optical system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stitches views during capture and zoom transitions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048256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coordinates exposure across all sensors in real time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Roles in a Typical Flagship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804672"/>
            <a:ext cx="822960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05840"/>
            <a:ext cx="45720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Ultra-wide (13–16 mm): architecture, landscapes, selfies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57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005840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(24–28 mm): everyday shooting, best IQ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048256"/>
            <a:ext cx="3931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048256"/>
            <a:ext cx="457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2048256"/>
            <a:ext cx="3694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Periscope tele (65–120 mm): portraits, reach, compression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1673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75104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633472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91840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950208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08576"/>
            <a:ext cx="9144000" cy="329184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Shape 9"/>
          <p:cNvSpPr/>
          <p:nvPr/>
        </p:nvSpPr>
        <p:spPr>
          <a:xfrm>
            <a:off x="882396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0"/>
            <a:ext cx="9144" cy="22860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50292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00584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50876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011680"/>
            <a:ext cx="2560320" cy="9144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1097280"/>
            <a:ext cx="68580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254000" dist="50800" dir="8100000">
              <a:srgbClr val="00D4A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128016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777240" y="2697480"/>
            <a:ext cx="4572000" cy="18288"/>
          </a:xfrm>
          <a:prstGeom prst="rect">
            <a:avLst/>
          </a:prstGeom>
          <a:solidFill>
            <a:srgbClr val="00D4AA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7889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out to the product team.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2026-04-26T01:56:52Z</dcterms:created>
  <dcterms:modified xsi:type="dcterms:W3CDTF">2026-04-26T01:56:52Z</dcterms:modified>
</cp:coreProperties>
</file>